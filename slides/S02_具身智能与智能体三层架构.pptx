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S02 · 第 2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具身智能与智能体三层架构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大脑会出错，脊髓不能出错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理解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供应商说视觉识别 99.2%，那 0.8% 由谁负责？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说出大脑/小脑/脊髓的职责与时延量级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在代码仓库中定位三层对应模块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画出一张能讲给别人听的架构图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工厂要求 AMR 任何情况下不得进入高压配电房。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供应商：模型识别 99.2%，可自动避让。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厂长：那 0.8% 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画三层架构图（模块 + 时延）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写 150 字：LLM 挂了系统会怎样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C（选做）找出唯一允许调外部服务的安全相关代码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三层职责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大脑：意图/分解/调度 —— 秒级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小脑：技能执行 —— 百毫秒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脊髓：围栏/停机/急停 —— 毫秒级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关键：脊髓层不依赖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28032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实现：safety.py 是纯函数、无 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具身 vs 纯软件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错误代价：可回滚 vs 不可回滚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状态：数据库 vs 物理位置/电量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安全：权限校验 vs 围栏+停机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验收：功能正确 vs 功能+证据+安全记录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为什么是这三层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时延决定分层：毫秒级不能放在秒级链路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故障隔离：模型挂了不影响反射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可测试：纯函数好测、好证明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把安全判定写进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在安全判定里查数据库/发请求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认为“模型准确率高”就等于安全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读 docs/03 §2 三层架构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打开 core/safety.py 看判定函数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打开 orchestrator.py 看编排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画图并标注时延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用开车解释三层架构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为什么安全判定不能查数据库？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具身智能比软件智能体难在哪？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脊髓层是“物理世界的最后一道防线”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降级是设计，不是补丁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架构图要能讲给外行听懂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W02 + 场景卡（谁做/多久/错一次代价）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预习：把“系统要安全”改写成一句可测试的需求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S02 具身智能与智能体三层架构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
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S03 · 第 3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需求工程：EARS 与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写不出可测试的需求，就写不出可验收的系统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应用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客户只说三句话：能自动搬运、要安全、要快。你怎么写需求？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 EARS 五种句式与 SDD 四步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把模糊需求改写为 ≥ 8 条可测试需求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为每条需求写出验收标准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设备科原话：“要一个自动搬运系统，安全、快、出问题能查。”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你只有这三句话，要写出开发认、验收认的需求。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教师扮演客户，每组只能问 3 个问题。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≥ 8 条 EARS 需求（功能/安全/非功能）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其中 3 条转成可执行任务（含估时）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C（选做）为“证据缺失”写一条友好提示需求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EARS 五种句式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Ubiquitous：系统应…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Event：当…时，系统应…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State：当处于…状态，系统应…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Feature：在具备…特性时，系统应…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2803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Option：若…，系统应…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可测试三要素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触发条件（When/While/Where/If）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系统响应（shall 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判定标准（时间/数值/状态）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反例：系统要快 → 正例：P95 ≤ 800ms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SDD 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Constitution：不可协商的原则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Spec：需求 + 验收 + 非功能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Plan：方案/模块/风险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Tasks：可执行、可估时、可追溯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用“尽量/友好/快速”等不可测词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需求没有编号，无法追溯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把方案写成需求（“用 Redis 缓存”）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访谈记录 → 提炼场景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按句式写需求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补验收标准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交叉挑刺 → 改写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什么叫“可测试的需求”？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为什么需求要编号？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客户说“要快”，你怎么问？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需求即合同：开发认、验收认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每条需求都要能追到任务与测试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挑刺是最快的进步方式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W03 + 需求 v0.2（含修订记录）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预习：宪法与需求的区别是什么？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S03 需求工程：EARS 与 SDD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
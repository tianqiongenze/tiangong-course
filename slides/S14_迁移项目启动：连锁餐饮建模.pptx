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智能体工程化项目实战 · 64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S14 · 第 14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E8EEF4"/>
                </a:solidFill>
                <a:latin typeface="Microsoft YaHei"/>
              </a:rPr>
              <a:t>迁移项目启动：连锁餐饮建模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8FA5B8"/>
                </a:solidFill>
                <a:latin typeface="Microsoft YaHei"/>
              </a:rPr>
              <a:t>换场景不换方法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377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A5B8"/>
                </a:solidFill>
                <a:latin typeface="Microsoft YaHei"/>
              </a:rPr>
              <a:t>课时 4 · 布鲁姆层级 创造 · 双元制（学校 + 企业）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A3D52"/>
                </a:solidFill>
                <a:latin typeface="Microsoft YaHei"/>
              </a:rPr>
              <a:t>天工 Tiangong-EWA 工程基线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本课之问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E8EEF4"/>
                </a:solidFill>
                <a:latin typeface="Microsoft YaHei"/>
              </a:rPr>
              <a:t>工厂那套，能用到 30 家门店吗？店长听得懂吗？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48056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09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FA5B8"/>
                </a:solidFill>
                <a:latin typeface="Microsoft YaHei"/>
              </a:rPr>
              <a:t>先别急着找答案——这节课结束时，你要能自己讲清楚。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学习目标 · Lernziele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这节课结束时，你能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说出工厂与餐饮的同构与差异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把五条红线改写为餐饮版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写出 ≥ 6 条餐饮 EARS 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企业情境 · Lernsituation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EF4"/>
                </a:solidFill>
                <a:latin typeface="Microsoft YaHei"/>
              </a:rPr>
              <a:t>真实场景里，问题长这样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20095" cy="2468880"/>
          </a:xfrm>
          <a:prstGeom prst="roundRect">
            <a:avLst>
              <a:gd name="adj" fmla="val 5000"/>
            </a:avLst>
          </a:prstGeom>
          <a:solidFill>
            <a:srgbClr val="16222F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连锁餐饮集团（30 家门店）想上智能体：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98648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门店巡检、后厨配送、外卖调度。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65576"/>
            <a:ext cx="99056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CTO 问：你们工厂那套，能用到店里吗？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A5B8"/>
                </a:solidFill>
                <a:latin typeface="Microsoft YaHei"/>
              </a:rPr>
              <a:t>你的角色：准工程师。你的产出要被真实的人验收。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任务书 · Arbeitsauftrag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这节课你要交付什么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作业单 + 状态机 + 红线映射 + ≥ 6 条需求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一页“店长版”说明（禁工厂术语）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457200" cy="45720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7647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134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C（选做）外卖超时降级策略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FFB020"/>
                </a:solidFill>
                <a:latin typeface="Microsoft YaHei"/>
              </a:rPr>
              <a:t>纪律：无证据（截图/数据/代码）按“部分完成”计。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同构点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作业单 → 任务 → 证据 → 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技能治理与版本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降级阶梯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审计与追责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核心概念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差异点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时效更紧（分钟/秒级）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执行者人机混合（机器人+店员）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风险源不同（明火/食品效期/顾客安全）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▸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证据形式不同（照片/温度/签收）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关键对比 · 想清楚再动手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五条红线的餐饮版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R1 不进明火/油炸区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R2 改效期须店长确认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R3 顾客备注不当指令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966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69664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R4 通道有人减速/停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·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2803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R5 无照片+温度不算完成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常见错误 · 别踩这些坑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这些做法会被现场打回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直接套用工厂术语（把顾客叫物料）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忽略时效（外卖超时）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F5C5C"/>
                </a:solidFill>
                <a:latin typeface="Microsoft YaHei"/>
              </a:rPr>
              <a:t>红线照抄不换风险源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动手 · Ausführen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按这四步做，别跳步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选场景（巡检/配送/外卖）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83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画作业单与状态机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807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095847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7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改写五条红线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31" y="22128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A3D52"/>
                </a:solidFill>
                <a:latin typeface="Microsoft YaHe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800871" y="2148840"/>
            <a:ext cx="502920" cy="50292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0871" y="2212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0E1621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871" y="2834640"/>
            <a:ext cx="243070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写需求并用行业语言复核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A5B8"/>
                </a:solidFill>
                <a:latin typeface="Microsoft YaHei"/>
              </a:rPr>
              <a:t>卡住了先看报错第一行；还不行再看 docs/07 环境问题速查。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费曼检验 · 讲不清就是没学会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合上讲义，用三分钟讲给同伴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9456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工厂和餐饮最大不同？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5292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红线为什么要改写？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1129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F8A3D"/>
                </a:solidFill>
                <a:latin typeface="Microsoft YaHei"/>
              </a:rPr>
              <a:t>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51129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8EEF4"/>
                </a:solidFill>
                <a:latin typeface="Microsoft YaHei"/>
              </a:rPr>
              <a:t>你的方案店长能听懂吗？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8A3D"/>
                </a:solidFill>
                <a:latin typeface="Microsoft YaHei"/>
              </a:rPr>
              <a:t>小结与作业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8EEF4"/>
                </a:solidFill>
                <a:latin typeface="Microsoft YaHei"/>
              </a:rPr>
              <a:t>带走这三句话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83080"/>
            <a:ext cx="1005840" cy="508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103120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方法论可迁移，领域知识必须重学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761488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用行业语言写需求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8A3D"/>
                </a:solidFill>
                <a:latin typeface="Microsoft YaHei"/>
              </a:rPr>
              <a:t>✓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19856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ED47A"/>
                </a:solidFill>
                <a:latin typeface="Microsoft YaHei"/>
              </a:rPr>
              <a:t>红线随风险源变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8A3D"/>
                </a:solidFill>
                <a:latin typeface="Microsoft YaHei"/>
              </a:rPr>
              <a:t>课后作业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工作页 W14 + 需求 v0.1 + 原型草图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E8EEF4"/>
                </a:solidFill>
                <a:latin typeface="Microsoft YaHei"/>
              </a:rPr>
              <a:t>· 预习：MVP 的四条判定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智能体工程化项目实战 · S14 迁移项目启动：连锁餐饮建模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8615" y="63550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8FA5B8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
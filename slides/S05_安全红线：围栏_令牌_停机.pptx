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S05 · 第 5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安全红线：围栏 / 令牌 / 停机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红线不是文档，是代码里的一行 raise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应用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有人给你一个“临时开启禁入区”的开关，你要不要？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说出五条红线的判定点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独立触发 R1/R2/R4 并定位代码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写一份能被安全专员签字的拦截报告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某厂为调试“临时开启禁入区开关”，忘记关，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AMR 进入配电房。安全专员要求：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你们的系统必须不存在这个开关。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R1/R2/R4 三个拦截实验（含截图）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红队：用 3 种方式尝试绕过 R1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C（选做）给 R3 设计一个测试用例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五条红线的判定点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R1 动作下发前（围栏）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R2 超载/危险动作前（令牌）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R3 解析外部文本时（数据≠指令）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R4 执行中持续检查（停机）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2803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R5 证据校验（不 DONE）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三类安全区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FORBIDDEN 禁入：拒绝进入（配电房）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STOP 停止：有人即停（人机交叉区）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SLOW 限速：降速通过（人行通道 0.3m/s）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为什么不能有开关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开关=漏洞：会被误开、滥用、遗忘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正确做法：改代码 + 走评审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这是安全关键系统与业务系统的分界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把红线做成可配置参数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只在界面上提示，不拦截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用 try/except 把红线异常吞掉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设目标为 (55,55) → 观察 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重量 80kg 无令牌 → 观察 R2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开启停止区有人 → 观察 R4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记录现象 + 定位代码行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R1 和 R2 的区别？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为什么安全判定不放业务层？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有人给你开关，你要不要？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红线是代码，不是口号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要改行为就改代码 + 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红队思维：先想怎么绕过，再想怎么堵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W05 + 最可能被绕过的一处及改进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预习：任务该拆多细？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S05 安全红线：围栏 / 令牌 / 停机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
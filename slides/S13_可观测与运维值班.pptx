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A5B8"/>
                </a:solidFill>
                <a:latin typeface="Microsoft YaHei"/>
              </a:rPr>
              <a:t>智能体工程化项目实战 · 64 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8A3D"/>
                </a:solidFill>
                <a:latin typeface="Microsoft YaHei"/>
              </a:rPr>
              <a:t>S13 · 第 13 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9875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E8EEF4"/>
                </a:solidFill>
                <a:latin typeface="Microsoft YaHei"/>
              </a:rPr>
              <a:t>可观测与运维值班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56616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8FA5B8"/>
                </a:solidFill>
                <a:latin typeface="Microsoft YaHei"/>
              </a:rPr>
              <a:t>线上出问题时，你只有日志和 trace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9377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FA5B8"/>
                </a:solidFill>
                <a:latin typeface="Microsoft YaHei"/>
              </a:rPr>
              <a:t>课时 4 · 布鲁姆层级 评价 · 双元制（学校 + 企业）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949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A3D52"/>
                </a:solidFill>
                <a:latin typeface="Microsoft YaHei"/>
              </a:rPr>
              <a:t>天工 Tiangong-EWA 工程基线 v1.2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本课之问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194560"/>
            <a:ext cx="108200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E8EEF4"/>
                </a:solidFill>
                <a:latin typeface="Microsoft YaHei"/>
              </a:rPr>
              <a:t>电话来了：“看板不动了，客户在骂。”你只有 5 分钟，先做什么？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48056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7091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FA5B8"/>
                </a:solidFill>
                <a:latin typeface="Microsoft YaHei"/>
              </a:rPr>
              <a:t>先别急着找答案——这节课结束时，你要能自己讲清楚。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S13 可观测与运维值班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学习目标 · Lernziele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这节课结束时，你能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说出可观测三支柱与告警分级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用 trace_id 还原一次故障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按 Runbook 在 15 分钟内恢复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S13 可观测与运维值班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企业情境 · Lernsituation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EF4"/>
                </a:solidFill>
                <a:latin typeface="Microsoft YaHei"/>
              </a:rPr>
              <a:t>真实场景里，问题长这样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10820095" cy="2468880"/>
          </a:xfrm>
          <a:prstGeom prst="roundRect">
            <a:avLst>
              <a:gd name="adj" fmla="val 5000"/>
            </a:avLst>
          </a:prstGeom>
          <a:solidFill>
            <a:srgbClr val="16222F"/>
          </a:solidFill>
          <a:ln w="1905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值班工程师接到电话：看板不动，客户在骂。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898648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你只有 5 分钟，先做什么？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8463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A5B8"/>
                </a:solidFill>
                <a:latin typeface="Microsoft YaHei"/>
              </a:rPr>
              <a:t>你的角色：准工程师。你的产出要被真实的人验收。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S13 可观测与运维值班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任务书 · Arbeitsauftrag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这节课你要交付什么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2199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个人 Runbook（≥ 8 条，四段式）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2608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7180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一次处置演练（记录用时）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0332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7647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C（选做）预聚合过期的告警规则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394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FFB020"/>
                </a:solidFill>
                <a:latin typeface="Microsoft YaHei"/>
              </a:rPr>
              <a:t>纪律：无证据（截图/数据/代码）按“部分完成”计。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S13 可观测与运维值班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核心概念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三支柱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指标：现在好不好（/metrics）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追踪：这一单发生了什么（/spans?trace_id=）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日志/审计：谁在何时做了什么（/audit）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S13 可观测与运维值班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核心概念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告警分级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P1 安全/停产：15min 首响，4h 恢复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P2 主链路中断：30min / 8h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P3 功能降级：2h / 3 工作日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69664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4169664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P4 一般：1 工作日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S13 可观测与运维值班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关键对比 · 想清楚再动手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值班三纪律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先止损（停机/降级/摘流量）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不猜：判断要有数据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升级不丢人：30 分钟定不了位就升级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S13 可观测与运维值班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常见错误 · 别踩这些坑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这些做法会被现场打回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遇故障先重启（掩盖现场）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只看日志不看 trace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硬扛不升级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S13 可观测与运维值班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动手 · Ausführen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按这四步做，别跳步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看指标定位层面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70783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3390823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0823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0823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拉 trace 还原链路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5807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6095847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5847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5847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按 Runbook 处置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0831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8800871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00871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0871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验证并记录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8FA5B8"/>
                </a:solidFill>
                <a:latin typeface="Microsoft YaHei"/>
              </a:rPr>
              <a:t>卡住了先看报错第一行；还不行再看 docs/07 环境问题速查。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S13 可观测与运维值班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费曼检验 · 讲不清就是没学会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合上讲义，用三分钟讲给同伴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三支柱分别回答什么问题？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为什么先止损？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什么时候该升级？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S13 可观测与运维值班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小结与作业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带走这三句话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0312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先止损，再定位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6148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76148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每个判断都要有数据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1985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41985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Runbook 是写给自己半夜看的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43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8A3D"/>
                </a:solidFill>
                <a:latin typeface="Microsoft YaHei"/>
              </a:rPr>
              <a:t>课后作业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· 工作页 W13 + 一页纸速查卡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138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· 预习：餐饮场景怎么建模？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S13 可观测与运维值班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
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S04 · 第 4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领域建模：不变量与九态状态机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模型的价值在于“什么不能发生”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应用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有人直接改数据库把状态改成 DONE，你怎么从代码上禁止？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区分聚合根/实体/值对象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画出九态状态机与非法迁移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 3 条不变量测试（先红后绿）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质量部：上周 3 个作业单“没审批就执行了”，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追溯发现有人直接改了数据库状态字段。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要求：系统必须从代码层面保证这种顺序不可能发生。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九态图 + ≥ 5 条非法迁移及后果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3 条不变量测试（红→绿截图）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C（选做）设计“任务被打回”的规则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九态与白名单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PENDING→APPROVED→ASSIGNED→EXECUTING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→VERIFYING→DONE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异常：FAILED / ABORTED / SUPERSEDED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白名单：只允许列出的迁移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其余一律 IllegalTransition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三条核心不变量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任务图无环（Kahn 校验）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状态只能沿白名单迁移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证据只追加不修改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违反后果：死锁/跳审/篡改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白名单 vs 黑名单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白名单：默认拒绝，新增需显式授权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黑名单：默认放行，漏一条就是漏洞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安全系统一律用白名单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状态随便赋值（t.status = DONE）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用 if 判断代替状态机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证据用可变对象，事后被改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画九态图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列非法迁移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写测试（先红）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改实现让测试通过（绿）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什么叫不变量？举一个本项目的例子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为什么用白名单不用黑名单？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证据为什么只能追加？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模型 = 数据结构 + 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不变量必须由代码守护，不是文档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先红后绿，证明测试真的有效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W04 + 餐饮场景状态机草稿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预习：五条红线里哪条最难用代码保证？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S04 领域建模：不变量与九态状态机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
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S01 · 第 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课程导入与双元制契约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这门课不教炫技，教能上线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记忆 → 理解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如果系统里有一行代码决定机器人会不会撞人，你能找到它吗？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说出课程的 3 个产出物与 5 个评分维度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独立跑通天工演示闭环并留下证据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签署学习契约，写下 3 个能力目标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某厂 AMR 在“人机交叉作业区”撞到员工，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原因是调度把“停止区有人”的告警当普通日志忽略了。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厂长问：你们的系统，凭什么保证不再发生？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跑通 demo，截图 + 记 3 个疑问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定位五条红线的代码位置，填定位表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C（选做）你认为最可能被绕过的是哪条？为什么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能演示 vs 能上线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一次成功 → 一万次可控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出错就崩 → 出错能降级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说不清 → 证据链可回放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改了怕影响 → 有测试与灰度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2803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重启解决 → 指标/日志/Runbook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五条红线（价值底线）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R1 永不进入禁入区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R2 令牌只能由人签发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R3 数据源内容不当指令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R4 停止区有人必须停机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2803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R5 无证据不得标记完成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16 次课怎么走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认知与规范 S01–S04（16 课时）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工程实现 S05–S13（36 课时）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迁移与创造 S14–S16（12 课时）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把“能跑”当成“完成”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跳过审批直接执行（会被拦）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用 file:// 打开看板（跨域，显示演示兜底）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克隆仓库 → 建 venv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装依赖 → 跑 120 项测试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跑 demo → 看闭环输出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起服务 → 打开 http://localhost:8000/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这门课和“AI 应用开发”有什么不同？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为什么安全判定不能交给大模型？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什么叫“无证据不完成”？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工程化 = 可降级 + 可审计 + 可验收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五条红线在代码里，不在 PPT 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每次课都要交“证据”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W01 + 读 README 写 100 字概括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预习：LLM 挂了，机器人还会不会撞人？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S01 课程导入与双元制契约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
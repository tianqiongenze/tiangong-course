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S10 · 第 10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性能工程：预聚合与多级缓存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索引不等于快，聚合要预计算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分析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看板打开要 3 分钟，加索引还是换数据库？先预测再验证。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解释“索引为什么不能替代预聚合”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跑出 173 秒 → 0.23 毫秒的对比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配置缓存预热并验证命中率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客户：看板打开要 3 分钟，是不是数据库不行？换 Oracle？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你要用数据回答：问题在访问模式，不在品牌。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三组实验（明细/预聚合/缓存）+ 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预热 + 压测 30 秒，记录命中率与 P95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C（选做）缓存穿透防护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为什么索引不够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二级索引只存 (ts, rowid)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7 天命中 116 万行 → 每行回表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116 万次随机读 → 173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预聚合：一次顺序扫描 → 0.23 毫秒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三级读取路径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L1 进程内 ~2ms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L2 Redis ~19ms（冷进程首击）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预聚合表 ~0.3ms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明细表：只用于点查/回退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缓存的三个坑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雪崩：TTL 加随机抖动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穿透：空值缓存/布隆过滤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击穿：互斥重建/逻辑过期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以为加索引就一定快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缓存里放红线判定与令牌（安全风险）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预热后回填 L1 时把 L2 的长 TTL 改成短 TTL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跑明细聚合（计时）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建预聚合再跑（计时）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预热 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压测看命中率与 P95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为什么加了索引反而慢？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预聚合的代价是什么？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缓存雪崩怎么防？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用数据说话，别迷信经验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预聚合 = 用存储换时间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缓存只放读模型，安全判定永不缓存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W10 + 涨到 10 亿条怎么改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预习：四种接口协议怎么选？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S10 性能工程：预聚合与多级缓存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
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S07 · 第 7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编排闭环：审批闸门与证据链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没有证据的完成，等于没完成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应用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客户问“凭什么说这单完成了”，你只能答状态=DONE 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S07 编排闭环：审批闸门与证据链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说出闭环七步与证据三类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画出完整时序图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用删证据实验验证“无证据不 DONE”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S07 编排闭环：审批闸门与证据链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质量部：客户验收要看“凭什么说完成了”。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如果客户问“谁执行的、用的哪个技能版本、有没有异常”，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65576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你怎么答？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S07 编排闭环：审批闸门与证据链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时序图（≥ 7 参与者，标证据点）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实验①删证据 ②跳过审批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C（选做）证据缺失的补救流程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S07 编排闭环：审批闸门与证据链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闭环七步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分解 → 审批 → 调度 → 安全审查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→ 执行 → 证据 → 沉淀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审批：人签发（PENDING→APPROVED）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证据：trace + 遥测 + 技能版本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S07 编排闭环：审批闸门与证据链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证据三类各证明什么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trace：过程真实发生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遥测：物理世界确实动了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技能版本：用的是哪个能力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S07 编排闭环：审批闸门与证据链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为什么审批不能自动化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机器不能承担法律责任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令牌签发人 = 责任人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高风险动作必须人确认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S07 编排闭环：审批闸门与证据链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把“状态=DONE”当证据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证据自动生成（不是真实采集）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跳过审批做演示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S07 编排闭环：审批闸门与证据链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画时序图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标证据产生点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删一条证据看是否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直接调 run 看是否被拦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S07 编排闭环：审批闸门与证据链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闭环七步能少哪一步？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证据三类分别证明什么？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为什么审批不能自动化？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S07 编排闭环：审批闸门与证据链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证据链 = 可追责 = 可验收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审批是责任边界，不是流程负担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能回放，才敢签字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工作页 W07 + 证据缺失提示文案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预习：什么时候该放弃而不是硬撑？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S07 编排闭环：审批闸门与证据链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
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A5B8"/>
                </a:solidFill>
                <a:latin typeface="Microsoft YaHei"/>
              </a:rPr>
              <a:t>智能体工程化项目实战 · 64 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8A3D"/>
                </a:solidFill>
                <a:latin typeface="Microsoft YaHei"/>
              </a:rPr>
              <a:t>S15 · 第 15 次课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9875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E8EEF4"/>
                </a:solidFill>
                <a:latin typeface="Microsoft YaHei"/>
              </a:rPr>
              <a:t>迁移项目实施与中期评审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56616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8FA5B8"/>
                </a:solidFill>
                <a:latin typeface="Microsoft YaHei"/>
              </a:rPr>
              <a:t>能跑通一条真实业务链，才算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9377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FA5B8"/>
                </a:solidFill>
                <a:latin typeface="Microsoft YaHei"/>
              </a:rPr>
              <a:t>课时 4 · 布鲁姆层级 创造 · 双元制（学校 + 企业）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3949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A3D52"/>
                </a:solidFill>
                <a:latin typeface="Microsoft YaHei"/>
              </a:rPr>
              <a:t>天工 Tiangong-EWA 工程基线 v1.2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本课之问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194560"/>
            <a:ext cx="108200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E8EEF4"/>
                </a:solidFill>
                <a:latin typeface="Microsoft YaHei"/>
              </a:rPr>
              <a:t>别给我看 PPT，给我看能点的东西。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448056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7091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FA5B8"/>
                </a:solidFill>
                <a:latin typeface="Microsoft YaHei"/>
              </a:rPr>
              <a:t>先别急着找答案——这节课结束时，你要能自己讲清楚。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S15 迁移项目实施与中期评审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学习目标 · Lernziele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这节课结束时，你能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说出 MVP 四条判定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交付一条端到端业务链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按评审意见排优先级修复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S15 迁移项目实施与中期评审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企业情境 · Lernsituation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EF4"/>
                </a:solidFill>
                <a:latin typeface="Microsoft YaHei"/>
              </a:rPr>
              <a:t>真实场景里，问题长这样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10820095" cy="2468880"/>
          </a:xfrm>
          <a:prstGeom prst="roundRect">
            <a:avLst>
              <a:gd name="adj" fmla="val 5000"/>
            </a:avLst>
          </a:prstGeom>
          <a:solidFill>
            <a:srgbClr val="16222F"/>
          </a:solidFill>
          <a:ln w="1905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门店运营总监：下周一我要看到巡检链跑通：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898648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派单→执行→拍照→温度→店长确认。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465576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别给我看 PPT，给我看能点的东西。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8463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A5B8"/>
                </a:solidFill>
                <a:latin typeface="Microsoft YaHei"/>
              </a:rPr>
              <a:t>你的角色：准工程师。你的产出要被真实的人验收。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S15 迁移项目实施与中期评审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任务书 · Arbeitsauftrag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这节课你要交付什么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2199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9456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MVP（四条判定全满足）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2608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7180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自检表 + 接受同行评审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0332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7647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C（选做）3 分钟演示视频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394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FFB020"/>
                </a:solidFill>
                <a:latin typeface="Microsoft YaHei"/>
              </a:rPr>
              <a:t>纪律：无证据（截图/数据/代码）按“部分完成”计。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S15 迁移项目实施与中期评审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核心概念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MVP 四条判定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一条真实业务链端到端跑通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至少 1 条红线在代码里生效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证据链可回放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69664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4169664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至少 1 级降级可触发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S15 迁移项目实施与中期评审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核心概念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评审四个必问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红线在哪一行？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证据缺失会怎样？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机器人挂了怎么办？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69664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4169664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店长怎么知道今天该做什么？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S15 迁移项目实施与中期评审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关键对比 · 想清楚再动手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常见假 MVP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只有界面，数据写死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红线只有提示文案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证据是自动生成的一条记录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69664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4169664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降级是 catch 后 print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S15 迁移项目实施与中期评审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常见错误 · 别踩这些坑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这些做法会被现场打回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范围太大做不完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先做界面后做核心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隐藏缺陷等评审发现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S15 迁移项目实施与中期评审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动手 · Ausführen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按这四步做，别跳步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确认 MVP 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70783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3390823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0823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0823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排今日 ≤5 项任务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5807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6095847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5847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5847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实现并自检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0831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8800871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00871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0871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评审 + 定 3 个必改项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754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8FA5B8"/>
                </a:solidFill>
                <a:latin typeface="Microsoft YaHei"/>
              </a:rPr>
              <a:t>卡住了先看报错第一行；还不行再看 docs/07 环境问题速查。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S15 迁移项目实施与中期评审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费曼检验 · 讲不清就是没学会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合上讲义，用三分钟讲给同伴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凭什么算能跑？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红线被绕过会怎样？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三个必改项为什么优先？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S15 迁移项目实施与中期评审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小结与作业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带走这三句话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0312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收敛比铺开难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6148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76148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先核心后界面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1985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41985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评审是免费的体检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43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8A3D"/>
                </a:solidFill>
                <a:latin typeface="Microsoft YaHei"/>
              </a:rPr>
              <a:t>课后作业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54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· 完成 3 个必改项 + 答辩材料（10 页内）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138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· 预习：按答辩评分表自评一次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S15 迁移项目实施与中期评审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
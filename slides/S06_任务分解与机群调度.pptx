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S06 · 第 6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任务分解与机群调度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分解要可执行，调度要可解释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应用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排产员问：为什么派它去？你能不能用一句话解释？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S06 任务分解与机群调度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说出 DAG/拓扑序/就绪集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手写分解并与程序输出对比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写 3 条能力匹配单测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S06 任务分解与机群调度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车间有 2 台 AMR、1 台机械臂、1 台四足。搬运单来了，谁去？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排产员：我要能跟班长解释为什么派它，而不是“系统算的”。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S06 任务分解与机群调度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手写 DAG（≥ 3 任务，含依赖）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3 条能力匹配单测（超载/缺技能/距离）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C（选做）充电桩争用规则（防饿死）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S06 任务分解与机群调度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分解四原则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可执行：一个任务 = 一次技能调用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可验收：有完成判据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可依赖：用 DAG 表达先后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可重试：失败可独立重试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S06 任务分解与机群调度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能力匹配两层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硬门槛：载重/技能/传感器/区域（淘汰）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软打分：距离/电量/负载/成功率（排序）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可解释三字段：为什么是它/为什么不是别人/怎么改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S06 任务分解与机群调度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1 个大任务 vs 3 个小任务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大任务失败：整单重跑，不知道哪错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小任务失败：定位到步，只重试该步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S06 任务分解与机群调度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一步到位（一个任务干完所有事）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用 sleep 代替依赖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调度结果无法解释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S06 任务分解与机群调度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读作业单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手写 DAG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跑规则规划器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对比差异并分析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S06 任务分解与机群调度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为什么要拆成 3 个任务？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什么叫可解释调度？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硬门槛和软打分的区别？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S06 任务分解与机群调度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分解粒度决定可维护性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调度要能对班长解释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规则兜底比“更聪明的模型”更可靠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工作页 W06 + 3 处差异分析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预习：审批这一步能不能省？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S06 任务分解与机群调度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
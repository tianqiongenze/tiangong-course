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A5B8"/>
                </a:solidFill>
                <a:latin typeface="Microsoft YaHei"/>
              </a:rPr>
              <a:t>智能体工程化项目实战 · 64 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8A3D"/>
                </a:solidFill>
                <a:latin typeface="Microsoft YaHei"/>
              </a:rPr>
              <a:t>S09 · 第 9 次课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9875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E8EEF4"/>
                </a:solidFill>
                <a:latin typeface="Microsoft YaHei"/>
              </a:rPr>
              <a:t>数据层：业务库 / 分析库与 CQRS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56616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8FA5B8"/>
                </a:solidFill>
                <a:latin typeface="Microsoft YaHei"/>
              </a:rPr>
              <a:t>写要稳，读要快，别挤在一个库里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9377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FA5B8"/>
                </a:solidFill>
                <a:latin typeface="Microsoft YaHei"/>
              </a:rPr>
              <a:t>课时 4 · 布鲁姆层级 分析 · 双元制（学校 + 企业）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3949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A3D52"/>
                </a:solidFill>
                <a:latin typeface="Microsoft YaHei"/>
              </a:rPr>
              <a:t>天工 Tiangong-EWA 工程基线 v1.2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本课之问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194560"/>
            <a:ext cx="108200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E8EEF4"/>
                </a:solidFill>
                <a:latin typeface="Microsoft YaHei"/>
              </a:rPr>
              <a:t>30 万单就卡了，看板一开下单就慢——换 Oracle 能解决吗？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448056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7091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FA5B8"/>
                </a:solidFill>
                <a:latin typeface="Microsoft YaHei"/>
              </a:rPr>
              <a:t>先别急着找答案——这节课结束时，你要能自己讲清楚。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S09 数据层：业务库 / 分析库与 CQRS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学习目标 · Lernziele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这节课结束时，你能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说出 CQRS 的语义价值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画出三层数据架构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指出必须走主库的读场景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S09 数据层：业务库 / 分析库与 CQRS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企业情境 · Lernsituation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EF4"/>
                </a:solidFill>
                <a:latin typeface="Microsoft YaHei"/>
              </a:rPr>
              <a:t>真实场景里，问题长这样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10820095" cy="2468880"/>
          </a:xfrm>
          <a:prstGeom prst="roundRect">
            <a:avLst>
              <a:gd name="adj" fmla="val 5000"/>
            </a:avLst>
          </a:prstGeom>
          <a:solidFill>
            <a:srgbClr val="16222F"/>
          </a:solidFill>
          <a:ln w="1905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数据治理岗：业务库 30 万单就卡，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898648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看板一开，下单就慢。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465576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能不能把“记账”和“看报表”分开？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8463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A5B8"/>
                </a:solidFill>
                <a:latin typeface="Microsoft YaHei"/>
              </a:rPr>
              <a:t>你的角色：准工程师。你的产出要被真实的人验收。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S09 数据层：业务库 / 分析库与 CQRS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任务书 · Arbeitsauftrag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这节课你要交付什么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2199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9456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三层数据架构图（读写属性/一致性）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2608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7180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3 个必须走主库的读场景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0332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7647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C（选做）餐饮场景数据分层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394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FFB020"/>
                </a:solidFill>
                <a:latin typeface="Microsoft YaHei"/>
              </a:rPr>
              <a:t>纪律：无证据（截图/数据/代码）按“部分完成”计。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S09 数据层：业务库 / 分析库与 CQRS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核心概念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CQRS 本质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写模型：正确性（不变量），小而热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读模型：速度（看板/聚合），大而冷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一致性：强一致 vs 最终一致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69664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4169664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价值：语义清晰、各自演进（不只是性能）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S09 数据层：业务库 / 分析库与 CQRS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核心概念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两个库的分工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业务库：作业单/任务/技能/审计（MB 级，读写）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分析库：1 亿条事实 + 预聚合（5GiB，只读）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写只发生在离线 ETL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S09 数据层：业务库 / 分析库与 CQRS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关键对比 · 想清楚再动手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一致性代价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写后立即读可能读到旧值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强一致场景（审批后执行）必须走主库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原则：能最终一致就用，不能就明确标注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S09 数据层：业务库 / 分析库与 CQRS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常见错误 · 别踩这些坑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这些做法会被现场打回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以为 CQRS 就是主从复制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所有读都走从库（读到旧值）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分析库上做写操作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S09 数据层：业务库 / 分析库与 CQRS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动手 · Ausführen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按这四步做，别跳步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对比两个库的表与体量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70783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3390823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0823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0823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画三层架构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5807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6095847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5847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5847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列出主库场景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0831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8800871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00871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0871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设计脱敏清单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754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8FA5B8"/>
                </a:solidFill>
                <a:latin typeface="Microsoft YaHei"/>
              </a:rPr>
              <a:t>卡住了先看报错第一行；还不行再看 docs/07 环境问题速查。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S09 数据层：业务库 / 分析库与 CQRS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费曼检验 · 讲不清就是没学会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合上讲义，用三分钟讲给同伴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CQRS 只是为了快吗？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什么场景必须走主库？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为什么分析库只读？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S09 数据层：业务库 / 分析库与 CQRS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小结与作业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带走这三句话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0312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数据分层 = 职责分层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6148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76148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一致性代价必须显式承认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1985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41985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写路径稳，读路径快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43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8A3D"/>
                </a:solidFill>
                <a:latin typeface="Microsoft YaHei"/>
              </a:rPr>
              <a:t>课后作业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54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· 工作页 W09 + 为什么用整数编码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138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· 预习：索引为什么不够快？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S09 数据层：业务库 / 分析库与 CQRS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
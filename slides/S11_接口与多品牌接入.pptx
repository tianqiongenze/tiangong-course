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S11 · 第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接口与多品牌接入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协议是别人的，契约是自己的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评价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3 个品牌 3 套协议，以后再加一个，要改多少代码？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REST/MCP/A2A/VDA 5050 的定位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三协议各调通一次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新增品牌适配器且不改核心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集成商：厂里 3 个品牌 AGV，各有各的协议，能都接吗？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以后再加品牌，要改多少代码？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REST/MCP/A2A 各调通（截图）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新增 fake_brand 适配器（核心零改动）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C（选做）写一份 VDA 5050 order 报文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四协议定位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REST：人/前端（看板、运维）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MCP：给大模型调工具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A2A：智能体之间委派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VDA 5050：跨品牌 AGV/AMR（MQTT）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适配器三纪律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只翻译协议，不做业务决策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不改核心：新增 = 适配器 + 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必须可降级：故障不拖垮主链路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契约先行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先写 proto/OpenAPI/报文样例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契约变更走版本（v1→v2）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不允许悄悄改字段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一个接口打天下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在适配器里写业务规则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为接新品牌改核心代码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读 docs/06 契约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curl 调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MCP initialize/tools/list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新增适配器并注册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什么时候用 MCP 而不是 REST？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为什么适配器不做业务决策？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加一个品牌要改几处？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协议可换，契约要稳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适配器是防腐层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扩展性 = 新增代码量 / 改动核心量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W11 + 无标准协议时怎么设计适配层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预习：为什么 E2E 要断言看板与 API 一致？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S11 接口与多品牌接入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
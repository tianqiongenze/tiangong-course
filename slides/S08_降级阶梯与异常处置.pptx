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S08 · 第 8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降级阶梯与异常处置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降级不是失败，是可控的退让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分析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网络抖动 30 秒，系统重试 4000 次把网关打挂了——谁的责任？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 L1–L4 触发条件与代价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注入 3 类故障并记录阶梯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判断什么错误不能重试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运维：上周机器人网络抖动 30 秒，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系统重试 4000 次，把网关打挂。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要求：让它“聪明地放弃”。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3 类故障注入（机器人/规划器/停止区）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触发—代价矩阵（每级 ≥ 2 条件）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C（选做）餐饮版降级阶梯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四级阶梯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L1 重试（有限次 + 退避）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L2 规则兜底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L3 遥操作（人接管）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L4 挂起（暂停 + 告警）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什么错误不能重试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安全类（R1/R2/R4）：重试=继续违规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参数类（超载/非法坐标）：必然再失败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权限类（无令牌）：重试=绕过尝试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雪崩算术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20 并发 × 3 任务 × 无限重试 × 30s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= 1800+ 请求/秒 打在已故障的网关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结论：必须有上限、退避、熔断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无限重试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把安全异常也 catch 后重试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L4 之后没有恢复路径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注入故障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观察阶梯路径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记录现象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按检查单恢复并验证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什么错误不能重试？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L3 和 L4 的区别？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无限重试为什么危险？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降级是设计，不是补丁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重试要有边界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先止损，再定位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W08 + 最可能雪崩的一处及三道防线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预习：为什么要把读写分开？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S08 降级阶梯与异常处置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
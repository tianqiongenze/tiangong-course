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S16 · 第 16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答辩、复盘与职业发展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讲不清，就是没做成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创造 / 评价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客户验收会只关心三件事：能不能用、出问题怎么办、维护多少钱。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8 分钟讲清项目（问题—方案—证据—不足）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回答三轮质询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形成 3 个月成长计划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这是客户验收会，不是课堂汇报。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企业评委只关心：能不能用、出问题怎么办、维护成本。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答辩（8min 讲 + 5min 质询）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个人复盘卡 + 3 个月计划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C（选做）作品集页面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答辩结构（10 页内）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封面 + 一句话定位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问题（谁的什么痛）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方案（架构 + 一条链路 + 红线在哪行）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证据（截图/测试/性能）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不足 + 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三个必答质询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机器人突然不动了，系统会怎样？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怎么证明这一单真完成了？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改一条规则要改几个地方？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AAR 复盘三问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预期发生什么？实际发生什么？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差异的根本原因？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下次具体改哪个动作？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念功能清单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回避不足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说不出红线位置（一票否决）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按结构改 PPT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准备三个质询的答案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现场演示（含异常）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复盘 + 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一句话说清你解决了谁的什么问题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你最大的技术判断失误是什么？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重做一次你会先做什么？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讲不清 = 没做成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诚实面对不足才有下一次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工程能力 = 可迁移的能力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提交完整项目包（代码+文档+视频+复盘）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优秀作品推荐竞赛/实习作品集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S16 答辩、复盘与职业发展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
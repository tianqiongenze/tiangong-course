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S12 · 第 12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测试工程：TDD / BDD / E2E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先写一个会失败的测试，才知道自己在做什么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评价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演示全过、上线第二天看板数字对不上——测试到底测了什么？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说出测试金字塔四层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写出红→绿的单测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把 E2E 断言改成“业务真相”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测试负责人：功能演示全过，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上线第二天看板数字和实际对不上。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你们的测试到底测了什么？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1 个红→绿单测（两次截图）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改一条 E2E 断言为业务真相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C（选做）3 条“看板与 API 不一致”断言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测试金字塔（本项目）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单元 106（领域规则/口径）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接口 14（REST/MCP 契约）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E2E 13（看板与 API 一致）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压测 2 套（k6/Locust）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好断言三特征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测业务真相（不是 200）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可失败（改坏必须红）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能定位（失败信息指向原因）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TDD 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红：写一个会失败的测试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绿：最小改动通过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重构：在测试保护下改结构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只断言 status_code == 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改测试让它通过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E2E 只截图不断言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选功能列测试点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写测试（红）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改实现（绿）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跑 E2E 并改断言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为什么先写测试？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200 就代表功能对吗？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E2E 和单测分别抓什么 bug？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测试是设计工具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断言要测业务真相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无证据不完成，测试就是证据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W12 + 缓存命中率骤降的断言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预习：线上出问题你只有什么？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S12 测试工程：TDD / BDD / E2E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